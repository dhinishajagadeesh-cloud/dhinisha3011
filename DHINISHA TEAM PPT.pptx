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62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37" autoAdjust="0"/>
  </p:normalViewPr>
  <p:slideViewPr>
    <p:cSldViewPr>
      <p:cViewPr>
        <p:scale>
          <a:sx n="55" d="100"/>
          <a:sy n="55" d="100"/>
        </p:scale>
        <p:origin x="160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EB8BA-E5F3-4BF1-A57B-782D94A507CD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AE88A-12B6-49BA-BB54-13E6FEB599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8AE88A-12B6-49BA-BB54-13E6FEB5998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90684C-7248-4750-BA4F-6A1ECEB1ABA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B23C1E-FAE7-4C57-B1B6-2C68C4B58238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651A-4979-5042-8809-A9BB95B5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0810-47A0-1F4C-D552-157AF1958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520" y="18864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  <a:t>SMART SHE SHIELD TRACKER</a:t>
            </a:r>
            <a:endParaRPr lang="en-US" dirty="0">
              <a:solidFill>
                <a:schemeClr val="tx1"/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15254-161C-D355-A668-CFD2AB98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319" y="1767577"/>
            <a:ext cx="8039128" cy="4939952"/>
          </a:xfrm>
        </p:spPr>
        <p:txBody>
          <a:bodyPr>
            <a:normAutofit fontScale="92500"/>
          </a:bodyPr>
          <a:lstStyle/>
          <a:p>
            <a:pPr algn="l">
              <a:lnSpc>
                <a:spcPct val="220000"/>
              </a:lnSpc>
            </a:pPr>
            <a:r>
              <a:rPr lang="en-IN" sz="2400" b="1" dirty="0"/>
              <a:t>TEAM NAME : DHINISHA TEAM</a:t>
            </a:r>
          </a:p>
          <a:p>
            <a:pPr algn="l">
              <a:lnSpc>
                <a:spcPct val="220000"/>
              </a:lnSpc>
            </a:pPr>
            <a:r>
              <a:rPr lang="en-IN" sz="2400" b="1" dirty="0"/>
              <a:t>COLLEGE NAME : PROVIDENCE COLLEGE</a:t>
            </a:r>
          </a:p>
          <a:p>
            <a:pPr algn="l">
              <a:lnSpc>
                <a:spcPct val="220000"/>
              </a:lnSpc>
            </a:pPr>
            <a:r>
              <a:rPr lang="en-IN" sz="2400" b="1" dirty="0"/>
              <a:t>DEP NAME: BSC DATA SCIENCE</a:t>
            </a:r>
          </a:p>
          <a:p>
            <a:pPr algn="l">
              <a:lnSpc>
                <a:spcPct val="220000"/>
              </a:lnSpc>
            </a:pPr>
            <a:r>
              <a:rPr lang="en-IN" sz="2400" b="1" dirty="0"/>
              <a:t>       TEAM MEMBERS</a:t>
            </a:r>
          </a:p>
          <a:p>
            <a:pPr algn="l">
              <a:lnSpc>
                <a:spcPct val="220000"/>
              </a:lnSpc>
            </a:pPr>
            <a:r>
              <a:rPr lang="en-IN" sz="2400" b="1" dirty="0"/>
              <a:t>                      DHINISHA</a:t>
            </a:r>
          </a:p>
          <a:p>
            <a:pPr algn="l">
              <a:lnSpc>
                <a:spcPct val="220000"/>
              </a:lnSpc>
            </a:pPr>
            <a:r>
              <a:rPr lang="en-US" sz="2400" dirty="0"/>
              <a:t>                     MYTHILIESWARI</a:t>
            </a:r>
          </a:p>
        </p:txBody>
      </p:sp>
    </p:spTree>
    <p:extLst>
      <p:ext uri="{BB962C8B-B14F-4D97-AF65-F5344CB8AC3E}">
        <p14:creationId xmlns:p14="http://schemas.microsoft.com/office/powerpoint/2010/main" val="267642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  <a:t>WHAT?</a:t>
            </a:r>
            <a:b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</a:br>
            <a: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  <a:t>THE PROBLEM STATEMENT</a:t>
            </a:r>
            <a:b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</a:br>
            <a:endParaRPr lang="en-US" dirty="0">
              <a:solidFill>
                <a:schemeClr val="tx1"/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4771" y="2852936"/>
            <a:ext cx="8039128" cy="2772232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220000"/>
              </a:lnSpc>
            </a:pPr>
            <a:r>
              <a:rPr lang="en-IN" b="1" dirty="0"/>
              <a:t>1.LACK OF PROPER BUS ARRIVAL</a:t>
            </a:r>
          </a:p>
          <a:p>
            <a:pPr algn="l">
              <a:lnSpc>
                <a:spcPct val="220000"/>
              </a:lnSpc>
            </a:pPr>
            <a:r>
              <a:rPr lang="en-IN" b="1" dirty="0"/>
              <a:t>2.WAIT FOR LONG HOURS</a:t>
            </a:r>
          </a:p>
          <a:p>
            <a:pPr algn="l">
              <a:lnSpc>
                <a:spcPct val="220000"/>
              </a:lnSpc>
            </a:pPr>
            <a:r>
              <a:rPr lang="en-IN" b="1" dirty="0"/>
              <a:t>3.SAFETY RISKS</a:t>
            </a:r>
          </a:p>
          <a:p>
            <a:pPr algn="l">
              <a:lnSpc>
                <a:spcPct val="220000"/>
              </a:lnSpc>
            </a:pPr>
            <a:r>
              <a:rPr lang="en-IN" b="1" dirty="0"/>
              <a:t>4. WASTAGE OF TIME</a:t>
            </a:r>
          </a:p>
          <a:p>
            <a:pPr algn="l">
              <a:lnSpc>
                <a:spcPct val="220000"/>
              </a:lnSpc>
            </a:pPr>
            <a:r>
              <a:rPr lang="en-IN" dirty="0"/>
              <a:t>5. </a:t>
            </a:r>
            <a:r>
              <a:rPr lang="en-IN" b="1" dirty="0"/>
              <a:t>POOR COMMUNICATION BETWEEN THE DRIVER AND THE PASSENGERS</a:t>
            </a:r>
          </a:p>
          <a:p>
            <a:pPr algn="l">
              <a:lnSpc>
                <a:spcPct val="22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620688"/>
            <a:ext cx="7851648" cy="98583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Bauhaus 93" panose="04030905020B02020C02" pitchFamily="82" charset="0"/>
              </a:rPr>
              <a:t>WHY?</a:t>
            </a:r>
            <a:endParaRPr lang="en-US" dirty="0">
              <a:solidFill>
                <a:schemeClr val="tx1"/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2428868"/>
            <a:ext cx="7854696" cy="350046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IN" sz="9600" b="1" dirty="0"/>
              <a:t>1.SAFETY FOR WOMEN AND ELDERS</a:t>
            </a:r>
          </a:p>
          <a:p>
            <a:pPr algn="l"/>
            <a:endParaRPr lang="en-IN" sz="9600" b="1" dirty="0"/>
          </a:p>
          <a:p>
            <a:pPr algn="l"/>
            <a:r>
              <a:rPr lang="en-IN" sz="9600" b="1" dirty="0"/>
              <a:t>2.SAVE TIME, INCREASE CONVIENCE FOR VILLAGES</a:t>
            </a:r>
          </a:p>
          <a:p>
            <a:pPr algn="l"/>
            <a:endParaRPr lang="en-IN" sz="9600" b="1" dirty="0"/>
          </a:p>
          <a:p>
            <a:pPr algn="l"/>
            <a:r>
              <a:rPr lang="en-IN" sz="9600" b="1" dirty="0"/>
              <a:t>3. THERE IS NO SMART BUS SMART TRANSPORT ALERT</a:t>
            </a:r>
          </a:p>
          <a:p>
            <a:pPr algn="l"/>
            <a:endParaRPr lang="en-IN" sz="9600" b="1" dirty="0"/>
          </a:p>
          <a:p>
            <a:pPr algn="l"/>
            <a:r>
              <a:rPr lang="en-IN" sz="9600" b="1" dirty="0"/>
              <a:t>4. DELAY IN PUBLIC TRANSPORT AFFECT EDUCATION , ATTENDENCE AND LIVELIHOOD</a:t>
            </a:r>
          </a:p>
          <a:p>
            <a:pPr algn="l"/>
            <a:endParaRPr lang="en-IN" sz="9600" b="1" dirty="0"/>
          </a:p>
          <a:p>
            <a:pPr algn="l"/>
            <a:r>
              <a:rPr lang="en-IN" sz="9600" b="1" dirty="0"/>
              <a:t>5.BRIDGE BETWEEN TECHNOLOGY AND </a:t>
            </a:r>
            <a:r>
              <a:rPr lang="en-IN" sz="7000" b="1" dirty="0"/>
              <a:t>RURAL </a:t>
            </a:r>
            <a:endParaRPr lang="en-IN" sz="1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HOW</a:t>
            </a:r>
            <a:r>
              <a:rPr lang="en-IN" dirty="0"/>
              <a:t>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SENSOR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IN" dirty="0"/>
              <a:t>BUZZER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n-IN" dirty="0"/>
              <a:t>DETECT OR SENSE THE PRESENCE OF THE BUS</a:t>
            </a:r>
          </a:p>
          <a:p>
            <a:endParaRPr lang="en-IN" dirty="0"/>
          </a:p>
          <a:p>
            <a:r>
              <a:rPr lang="en-IN" dirty="0"/>
              <a:t>USED TO MEASURE THE DISTANCE</a:t>
            </a:r>
          </a:p>
          <a:p>
            <a:endParaRPr lang="en-IN" dirty="0"/>
          </a:p>
          <a:p>
            <a:r>
              <a:rPr lang="en-IN" dirty="0"/>
              <a:t>ACTS AS THE INPUT DEVICE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438" y="2714620"/>
            <a:ext cx="4041775" cy="3845720"/>
          </a:xfrm>
        </p:spPr>
        <p:txBody>
          <a:bodyPr/>
          <a:lstStyle/>
          <a:p>
            <a:r>
              <a:rPr lang="en-IN" dirty="0"/>
              <a:t>PRODUCES SOUND ALERT</a:t>
            </a:r>
          </a:p>
          <a:p>
            <a:endParaRPr lang="en-IN" dirty="0"/>
          </a:p>
          <a:p>
            <a:r>
              <a:rPr lang="en-IN" dirty="0"/>
              <a:t>NOTIFY THE PEOPLE</a:t>
            </a:r>
          </a:p>
          <a:p>
            <a:endParaRPr lang="en-IN" dirty="0"/>
          </a:p>
          <a:p>
            <a:r>
              <a:rPr lang="en-IN" dirty="0"/>
              <a:t>ACTS AS THE OUTPUT DEVICE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BFE9-3DEA-593A-49E4-EB309894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3262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auhaus 93" panose="04030905020B02020C02" pitchFamily="82" charset="0"/>
              </a:rPr>
              <a:t>CODING PART EXECUTION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C55211-D780-FC97-FA1D-9CC569C02752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179512" y="1041604"/>
            <a:ext cx="4040188" cy="239598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FD393CC-B6E1-39E9-CA66-762714DCA91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550094" y="1075005"/>
            <a:ext cx="4041775" cy="23539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0F745-F2B4-912D-BA94-C857A2B1C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227" y="3933056"/>
            <a:ext cx="4210946" cy="264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3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991B-18D8-BEC6-80AA-A8C96295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>
                <a:latin typeface="Bauhaus 93" panose="04030905020B02020C02" pitchFamily="82" charset="0"/>
              </a:rPr>
              <a:t>WORKING MODEL EXECUTION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1FEA96-1599-5ACF-5AC9-F11C1ED0457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 rot="16200000">
            <a:off x="1939145" y="-427995"/>
            <a:ext cx="5193703" cy="871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1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79</TotalTime>
  <Words>153</Words>
  <Application>Microsoft Office PowerPoint</Application>
  <PresentationFormat>On-screen Show (4:3)</PresentationFormat>
  <Paragraphs>39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Bauhaus 93</vt:lpstr>
      <vt:lpstr>Calibri</vt:lpstr>
      <vt:lpstr>Constantia</vt:lpstr>
      <vt:lpstr>Wingdings 2</vt:lpstr>
      <vt:lpstr>Flow</vt:lpstr>
      <vt:lpstr>SMART SHE SHIELD TRACKER</vt:lpstr>
      <vt:lpstr>WHAT? THE PROBLEM STATEMENT </vt:lpstr>
      <vt:lpstr>WHY?</vt:lpstr>
      <vt:lpstr>HOW?</vt:lpstr>
      <vt:lpstr>CODING PART EXECUTION</vt:lpstr>
      <vt:lpstr>WORKING MODEL EXECUTION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WHAT? THE PROBLEM STATEMENT</dc:title>
  <dc:creator>HP</dc:creator>
  <cp:lastModifiedBy>Dhinisha J</cp:lastModifiedBy>
  <cp:revision>3</cp:revision>
  <dcterms:created xsi:type="dcterms:W3CDTF">2026-02-28T06:29:24Z</dcterms:created>
  <dcterms:modified xsi:type="dcterms:W3CDTF">2026-02-28T11:11:32Z</dcterms:modified>
</cp:coreProperties>
</file>